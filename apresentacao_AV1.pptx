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PROGRAMAS, MÁQUINAS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EQUIVALÊNCIA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– Trabalho AV1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99232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Daniel Leal Souza  |  Semestre 01/2026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Teoria da Computabilidade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Turmas: CC5MA e CC5NA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MONOLÍTICO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443484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2DC653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443484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COMPUTADA: FATORIAL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25603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Formal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n!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Base:     f(0) = 1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Recursão: f(n) = n × f(n−1)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Domínio: n ∈ ℕ  (n ≥ 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Execução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63040"/>
          <a:ext cx="3931920" cy="192024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 f(n)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inteiro n ≥ 0    |    Saída: n! (inteiro longo)    |    Linguagem: C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MONOLÍTICO  —  C com goto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840480"/>
          </a:xfrm>
          <a:prstGeom prst="rect">
            <a:avLst/>
          </a:prstGeom>
          <a:solidFill>
            <a:srgbClr val="1A2E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Estados via rótulos + goto
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1;  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1;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estado_teste: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&gt; n) </a:t>
            </a:r>
            <a:pPr algn="l"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estado_saida;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resultado = resultado * i;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= i + 1;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estado_teste;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estado_saida: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"%d! = %lld\n"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n, resultado);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0" y="914400"/>
            <a:ext cx="3108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914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41732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explícitos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leitura, S1 validação,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init, S3 teste, S4 corpo,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saída, S6 erro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por goto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for, while ou funções.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Desvios explícitos simulam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monolítica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bloco contínuo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código, sem modularização.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ITERATIVO  —  C com for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840480"/>
          </a:xfrm>
          <a:prstGeom prst="rect">
            <a:avLst/>
          </a:prstGeom>
          <a:solidFill>
            <a:srgbClr val="1A2E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long </a:t>
            </a:r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fatorial_iterativo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n) {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long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resultado = 1;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Estrutura de repetição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algn="l"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1; i &lt;= n; i++) {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resultado * i;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resultado;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0" y="914400"/>
            <a:ext cx="3108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914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41732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explícita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for com contador 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variando de 1 até n.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recursão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chamada à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própria função.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explícito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i e resultado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representam o estado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computação.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RECURSIVO  —  C com chamada recursiva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840480"/>
          </a:xfrm>
          <a:prstGeom prst="rect">
            <a:avLst/>
          </a:prstGeom>
          <a:solidFill>
            <a:srgbClr val="1A2E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long </a:t>
            </a:r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fatorial_recursivo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n) {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Condição-base de parada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 == 0)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1;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Chamada recursiva
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* </a:t>
            </a:r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fatorial_recursivo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- 1);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0" y="914400"/>
            <a:ext cx="3108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914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41732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Condição-base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== 0 → retorna 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(parada garantida)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recursiva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chama f(n−1),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o problema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atingir a base.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de chamadas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f(4)→f(3)→f(2)→f(1)→f(0)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acumulados.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TRAÇOS — O QUE É?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29184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789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formal que, dado um programa P e uma entrada n, gera a cadeia de estados percorridos durante a computação.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329184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731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789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Traço / Rastro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572768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configurações (estado, variáveis) ao longo da execução: a 'fita' da computação.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329184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7432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789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Forte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572768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programas P e Q são fortemente equivalentes se, para toda entrada n, produzem o mesmo traço de computação.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Notação: P ≡ Q  ⟺  ∀n: traço(P, n) = traço(Q, n)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TRAÇO — PROGRAMA MONOLÍTICO  (n = 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1A2E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24128"/>
            <a:ext cx="8046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  | entrada = 4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 | teste: 4 &lt; 0 → FALSE  →  goto S2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 | init: resultado = 1,  i = 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 | teste: i=1 &gt; n=4 → FALSE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  | resultado = 1×1 = 1,   i = 2   →  goto S3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 | teste: i=2 &gt; n=4 → FALSE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  | resultado = 1×2 = 2,   i = 3   →  goto S3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 | teste: i=3 &gt; n=4 → FALSE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  | resultado = 2×3 = 6,   i = 4   →  goto S3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 | teste: i=4 &gt; n=4 → FALSE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  | resultado = 6×4 = 24,  i = 5   →  goto S3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 | teste: i=5 &gt; n=4 → TRUE   →  goto S5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S5  | saída: 4! = 24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 | programa encerra normalmente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TRAÇOS — ITERATIVO e RECURSIVO  (n = 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1A2E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I0 | entrada=4, resultado=1, i=1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teste: i=1 ≤ 4 → TRUE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| resultado=1×1=1,  i→2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teste: i=2 ≤ 4 → TRUE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| resultado=1×2=2,  i→3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teste: i=3 ≤ 4 → TRUE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| resultado=2×3=6,  i→4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teste: i=4 ≤ 4 → TRUE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| resultado=6×4=24, i→5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teste: i=5 ≤ 4 → FALSE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 | saída: 4! = 24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| encerra normalmente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1A2E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| chamada fatorial(4)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R0 | chamada fatorial(3)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R0 | chamada fatorial(2)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R0 | chamada fatorial(1)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R0 | chamada fatorial(0)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Rb | BASE: n=0 → ret 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Rr | 1 × fat(0) = 1×1 = 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Rr | 2 × fat(1) = 2×1 = 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Rr | 3 × fat(2) = 3×2 = 6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 | 4 × fat(3) = 4×6 = 24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| encerra normalmente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F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CASO 1: EQUIVALÊNCIA FORTE — Monolítico × Iterativo  (n = 4)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Monolítico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3931920" cy="34747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3931920" cy="2926080"/>
          </a:xfrm>
          <a:prstGeom prst="rect">
            <a:avLst/>
          </a:prstGeom>
          <a:solidFill>
            <a:srgbClr val="1A2E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261872"/>
            <a:ext cx="3931920" cy="2926080"/>
          </a:xfrm>
          <a:prstGeom prst="rect">
            <a:avLst/>
          </a:prstGeom>
          <a:solidFill>
            <a:srgbClr val="1A2E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353312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| resultado=1, i=1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| teste i=1&gt;4 → F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 | res=1×1=1, i=2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| teste i=2&gt;4 → F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 | res=1×2=2, i=3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| teste i=3&gt;4 → F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 | res=2×3=6, i=4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| teste i=4&gt;4 → F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 | res=6×4=24, i=5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| teste i=5&gt;4 → 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S5 | saída: 4!=24  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353312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I0 | resultado=1, i=1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 i=1≤4 → 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| res=1×1=1, i→2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 i=2≤4 → 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| res=1×2=2, i→3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 i=3≤4 → 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| res=2×3=6, i→4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 i=4≤4 → 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| res=6×4=24, i→5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 i=5≤4 → F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 | saída: 4!=24  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325112"/>
            <a:ext cx="8412480" cy="566928"/>
          </a:xfrm>
          <a:prstGeom prst="rect">
            <a:avLst/>
          </a:prstGeom>
          <a:solidFill>
            <a:srgbClr val="1A7F4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432511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FORTE CONFIRMADA  —  ambos produzem resultado = 24 pela mesma sequência de operações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CASO 2: NÃO-EQUIVALÊNCIA — Iterativo Correto × Iterativo Bugado  (n = 4)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 Correto (i=1)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3931920" cy="347472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 Bugado (i=0)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3931920" cy="2743200"/>
          </a:xfrm>
          <a:prstGeom prst="rect">
            <a:avLst/>
          </a:prstGeom>
          <a:solidFill>
            <a:srgbClr val="1A2E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261872"/>
            <a:ext cx="3931920" cy="2743200"/>
          </a:xfrm>
          <a:prstGeom prst="rect">
            <a:avLst/>
          </a:prstGeom>
          <a:solidFill>
            <a:srgbClr val="1A2E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353312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I0 | resultado=1, i=1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 i=1≤4 → TRUE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| res = 1×1 = 1, i→2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 i=2≤4 → TRUE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| res = 1×2 = 2, i→3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 | res = 6×4 = 24, i→5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 | teste i=5≤4 → FALSE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 | saída: 4! = 24  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353312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IB0| resultado=1, i=0  ← BUG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IB1| teste i=0≤4 → TRUE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IB2| res = 1×0 = 0, i→1  ← DIVERGE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IB1| teste i=1≤4 → TRUE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IB2| res = 0×1 = 0, i→2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IB2| res = 0×4 = 0, i→5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IB1| teste i=5≤4 → FALSE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IB3| saída: 4! = 0  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133088"/>
            <a:ext cx="8412480" cy="384048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1330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divergência: IB2 — multiplicação por i=0 zera o resultado imediatamente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NÃO-EQUIVALÊNCIA: Correto → 24  |  Bugado → 0  |  Traços divergem na 1ª iteração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programas (monolítico, iterativo e recursivo) computam a mesma função f(n) = n!, para todo n ≥ 0.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8412480" cy="804672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47672"/>
            <a:ext cx="54864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9339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Máquina de Traços permitiu formalizar a equivalência: monolítico e iterativo produzem os mesmos resultados intermediários, passo a passo.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8412480" cy="804672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89504"/>
            <a:ext cx="54864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35224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não-equivalência foi demonstrada ao comparar o iterativo correto com uma versão bugada (i=0): os traços divergem já na 1ª iteração, resultando em saídas distintas.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31336"/>
            <a:ext cx="8412480" cy="804672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831336"/>
            <a:ext cx="54864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77056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de traços é superior à simples comparação de entrada/saída: ele expõe ONDE e COMO os programas diferem internamente.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Teoria da Computabilidade – AV1</dc:title>
  <dc:subject>PptxGenJS Presentation</dc:subject>
  <dc:creator>PptxGenJS</dc:creator>
  <cp:lastModifiedBy>PptxGenJS</cp:lastModifiedBy>
  <cp:revision>1</cp:revision>
  <dcterms:created xsi:type="dcterms:W3CDTF">2026-04-14T15:45:54Z</dcterms:created>
  <dcterms:modified xsi:type="dcterms:W3CDTF">2026-04-14T15:45:54Z</dcterms:modified>
</cp:coreProperties>
</file>